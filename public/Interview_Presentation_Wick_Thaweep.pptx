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【สคริปต์พูดเปิดตัว (1-2 นาที)】</a:t>
            </a:r>
          </a:p>
          <a:p>
            <a:r>
              <a:t>สวัสดีครับท่าน IT Manager และท่าน Head of HR โรงพยาบาลจักษุ รัตนิน ทุกท่านครับ</a:t>
            </a:r>
          </a:p>
          <a:p>
            <a:r>
              <a:t>ผมชื่อ ทวีป โปราหา หรือชื่อเล่นว่า 'วิค' ครับ ปัจจุบันผมเป็น Full-Stack Developer อยู่ที่โรงพยาบาลยันฮีครับ</a:t>
            </a:r>
          </a:p>
          <a:p>
            <a:r>
              <a:t>วันนี้ผมมีความยินดีอย่างยิ่งที่มีโอกาสได้มานำเสนอผลงาน และแลกเปลี่ยนมุมมองด้านการพัฒนาระบบโรงพยาบาลร่วมกับทั้งสองท่าน</a:t>
            </a:r>
          </a:p>
          <a:p>
            <a:r>
              <a:t>โดยผมได้นำสถาปัตยกรรมระบบโรงพยาบาลจริงที่ผมพัฒนาขึ้นที่ยันฮี ทั้งระบบเชื่อมต่อ HIS, ระบบ IAM, สื่อการแพทย์ และระบบ Workflow พร้อมทั้งมี Source Code และเดโมบนเครื่อง Laptop นี้มาให้ตรวจสอบอย่างครบถ้วนครับ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【สคริปต์พูดภาพรวมโปรไฟล์ &amp; ผลงานที่ รพ.ยันฮี (2 นาที)】</a:t>
            </a:r>
          </a:p>
          <a:p>
            <a:r>
              <a:t>ในการทำงานที่โรงพยาบาลยันฮี ผมได้รับผิดชอบการพัฒนาระบบตั้งแต่การรับ Requirement, ออกแบบสถาปัตยกรรมฐานข้อมูล, เขียน Backend API และพัฒนา Frontend จนถึงการขึ้น Production ใช้งานจริงในโรงพยาบาลครับ</a:t>
            </a:r>
          </a:p>
          <a:p>
            <a:r>
              <a:t>ผลงานสำคัญคือการทำ Dynamic Icon Gate เชื่อมต่อกับระบบ Medhis (HIS) เพื่อดึง Context คนไข้มาประเมินผลแบบ Real-time, ระบบ IAM รวมศูนย์สิทธิ์พนักงานด้วย Active Directory, และระบบจัดการภาพถ่ายทางการแพทย์ตามมาตรฐาน PDPA</a:t>
            </a:r>
          </a:p>
          <a:p>
            <a:r>
              <a:t>สิ่งเหล่านี้ทำให้ผมเข้าใจลึกซึ้งว่า ระบบโรงพยาบาลต้องการความเสถียรสูง ความถูกต้องของข้อมูล และความปลอดภัยตามมาตรฐาน ซึ่งตรงกับที่ รพ.จักษุ รัตนิน กำลังมองหาครับ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【สคริปต์พูดหน้าศูนย์รวมโปรแกรม center.png (ไฮไลท์สร้างความเชื่อมั่น - 3 นาที)】</a:t>
            </a:r>
          </a:p>
          <a:p>
            <a:r>
              <a:t>(ชี้ไปที่ภาพบนจอ) ภาพนี้คือหน้า 'ศูนย์รวมโปรแกรม' ของโรงพยาบาลยันฮีครับ</a:t>
            </a:r>
          </a:p>
          <a:p>
            <a:r>
              <a:t>ในคอลัมน์ผู้พัฒนาโปรแกรม ทุกระบบที่มีชื่อ 'ทวีป โปราหา' คือระบบที่ผมเป็นผู้รับผิดชอบดูแลทั้งหมดมากกว่า 25 ระบบ ซึ่งเขียนด้วยภาษา PHP ครับ</a:t>
            </a:r>
          </a:p>
          <a:p>
            <a:r>
              <a:t>ผมอยากแชร์ภาพนี้เพื่อให้ท่าน IT Manager และท่าน Head of HR มั่นใจว่า:</a:t>
            </a:r>
          </a:p>
          <a:p>
            <a:r>
              <a:t>1. ผมไม่ได้ทำเป็นเฉพาะเทคโนโลยีใหม่ๆ แต่ผมมีความเชี่ยวชาญในการดูแล 'ระบบเดิมของโรงพยาบาล (Legacy Systems)' พร้อมลุยเข้าไปแก้บั๊ก เพิ่มฟังก์ชัน และปรับแต่งให้สอดคล้องกับระเบียบปฏิบัติของโรงพยาบาลได้เป็นอย่างดี</a:t>
            </a:r>
          </a:p>
          <a:p>
            <a:r>
              <a:t>2. มีระบบที่ตอบโจทย์ JD รพ.รัตนิน ตรงเป๊ะ เช่น ระบบ HOIR ที่ผมทำระบบ BI และรายงานวิเคราะห์ข้อมูล, ระบบจองเครื่องมือเฉพาะทางทันตกรรม (คล้ายกับเครื่องมือเฉพาะทางตาของรัตนิน), และระบบ Mini CRM</a:t>
            </a:r>
          </a:p>
          <a:p>
            <a:r>
              <a:t>3. รูปแบบการทำงานของผมคือ 'เข้าประชุมเก็บ Requirement ➔ ลงมือพัฒนา ➔ จัดอบรมสอนผู้ใช้งาน ➔ และ Support หน้างานอย่างต่อเนื่อง' ทำให้ผมทำงานร่วมกับบุคลากรทางการแพทย์ได้อย่างราบรื่นและเข้าอกเข้าใจผู้ใช้จริงครับ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【สคริปต์พูดภาพรวมทักษะเทคนิค (เน้น IT Manager - 2 นาที)】</a:t>
            </a:r>
          </a:p>
          <a:p>
            <a:r>
              <a:t>ในส่วนของ Stack เทคนิคที่ผมใช้พัฒนาจริงในโรงพยาบาลยันฮี:</a:t>
            </a:r>
          </a:p>
          <a:p>
            <a:r>
              <a:t>- ฝั่ง Frontend: ผมเลือกใช้ Next.js 15 App Router ร่วมกับ TypeScript Strict Mode เพื่อให้ได้ Type-Safe ข้ามเลเยอร์ และโหลดหน้าจอได้รวดเร็ว</a:t>
            </a:r>
          </a:p>
          <a:p>
            <a:r>
              <a:t>- ฝั่ง Backend: งานระบบโรงพยาบาลที่ต้องต่อกับ HIS มีความต้องการเรื่องความเร็วและความปลอดภัยสูงมาก ผมจึงเลือกใช้ภาษา Rust (Axum + Tokio) ซึ่งช่วยให้ระบบตอบสนองในระดับ Sub-millisecond และปลอดภัยเรื่อง Concurrency</a:t>
            </a:r>
          </a:p>
          <a:p>
            <a:r>
              <a:t>  ส่วนงานที่เน้นความยืดหยุ่นและการจัดเก็บสื่อ ผมใช้ Python (FastAPI) ร่วมกับ uv Package Manager</a:t>
            </a:r>
          </a:p>
          <a:p>
            <a:r>
              <a:t>- ด้าน Database: ผมเชี่ยวชาญทั้ง PostgreSQL (JSONB queries), MSSQL (ระบบ Biosoft), และ SQLite WAL mode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【สคริปต์พูดโปรเจกต์ 1: RequestTicker / VFlow (3 นาที)】</a:t>
            </a:r>
          </a:p>
          <a:p>
            <a:r>
              <a:t>โปรเจกต์แรกคือ RequestTicker หรือ VFlow เป็นระบบ Helpdesk และ Service Request Workflow แบบ Paperless 100% ครับ</a:t>
            </a:r>
          </a:p>
          <a:p>
            <a:r>
              <a:t>- ในมิติธุรกิจ: ช่วยแก้ปัญหาเรื่องงานแจ้งซ่อมหลุด การตามงานใน LINE และช่วยให้หัวหน้ามีหน้าจออนุมัติงานบนมือถือ รวมถึงมีรายงาน SLA และสถิติสำหรับผู้บริหาร</a:t>
            </a:r>
          </a:p>
          <a:p>
            <a:r>
              <a:t>- ในมิติเทคนิค: Backend เขียนด้วย Rust (Axum + Tokio) และ PostgreSQL (SQLx) มีระบบ Real-time Server-Sent Events (SSE) ตารางงานอัปเดตเองโดยไม่ต้องกด F5 และมีโค้ดโครงสร้างที่สะอาดพร้อมเปิดให้ดูใน VS Code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【สคริปต์พูดโปรเจกต์ 2: Yanhee IAM Portal (3 นาที)】</a:t>
            </a:r>
          </a:p>
          <a:p>
            <a:r>
              <a:t>โปรเจกต์ที่สองคือ Central Identity &amp; Access Management (IAM) ของโรงพยาบาลยันฮีครับ</a:t>
            </a:r>
          </a:p>
          <a:p>
            <a:r>
              <a:t>ระบบนี้ตอบโจทย์ข้อ 4 ในประกาศของ รพ.รัตนิน เรื่อง 'การกำหนดสิทธิ์และความปลอดภัยของข้อมูล' โดยตรง:</a:t>
            </a:r>
          </a:p>
          <a:p>
            <a:r>
              <a:t>- เราเชื่อมต่อ Active Directory (LDAP) ในการยืนยันตัวตน และเชื่อมต่อ MSSQL Biosoft เพื่อดึงโครงสร้างองค์กรจริง</a:t>
            </a:r>
          </a:p>
          <a:p>
            <a:r>
              <a:t>- ออกแบบระบบ Dynamic Role Mapping เพื่อให้สิทธิ์ในทุกโปรแกรมปรับเปลี่ยนตามฝ่ายและตำแหน่งของพนักงานโดยอัตโนมัติเมื่อมีการโยกย้าย</a:t>
            </a:r>
          </a:p>
          <a:p>
            <a:r>
              <a:t>- ใช้สถาปัตยกรรม Dual Token มีระบบ Refresh Token Rotation และ Token Blacklist เพื่อความปลอดภัยสูงสุดครับ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【สคริปต์พูดโปรเจกต์ 3: Dynamic Icon Gate (ไฮไลท์เด็ดที่ตรงกับ HIS &amp; AI Pipeline - 3 นาที)】</a:t>
            </a:r>
          </a:p>
          <a:p>
            <a:r>
              <a:t>โปรเจกต์นี้ตรงกับโจทย์ข้อ 1 และ 2 ของ รพ.รัตนิน อย่างสมบูรณ์แบบครับ</a:t>
            </a:r>
          </a:p>
          <a:p>
            <a:r>
              <a:t>ที่ยันฮีเราพัฒนาระบบนี้ฝังเป็น iFrame อยู่ในระบบ Medhis (HIS/EHR) ของโรงพยาบาลโดยตรง</a:t>
            </a:r>
          </a:p>
          <a:p>
            <a:r>
              <a:t>โดยดึง Context ของผู้ป่วยแต่ละรายผ่าน API Proxy แล้วนำมาประเมินผ่าน Rule Evaluation Engine ที่เขียนด้วยภาษา Rust</a:t>
            </a:r>
          </a:p>
          <a:p>
            <a:r>
              <a:t>และที่สำคัญสำหรับมิติ 'AI-Focused' คือ กลไกการทำ Context Inspection และ Condition Evaluation นี้ เป็นโครงสร้างเดียวกับการทำ Feature Pipeline เพื่อป้อนโมเดล AI ในโรงพยาบาลเลยครับ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【สคริปต์พูดโปรเจกต์ 4: Patient Media Platform (ตรงกับโจทย์ PACS &amp; PDPA - 2 นาที)】</a:t>
            </a:r>
          </a:p>
          <a:p>
            <a:r>
              <a:t>สำหรับโรงพยาบาลเฉพาะทางด้านจักษุอย่าง รพ.รัตนิน ภาพถ่ายจอประสาทตาหรือภาพการรักษามีความสำคัญอย่างยิ่งครับ</a:t>
            </a:r>
          </a:p>
          <a:p>
            <a:r>
              <a:t>โปรเจกต์นี้ที่ผมทำที่ยันฮี มีโครงสร้างคล้ายกับ Mini-PACS ย่อมๆ เน้นการจัดเก็บภาพถ่ายทางการแพทย์อย่างปลอดภัย มีระบบ Consent ยืนยันความยินยอมตาม PDPA และประทับลายน้ำอัตโนมัติ</a:t>
            </a:r>
          </a:p>
          <a:p>
            <a:r>
              <a:t>ด้านเทคนิคใช้ FastAPI ร่วมกับ uv และ Docker พร้อม Nginx Reverse Proxy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【สคริปต์พูดโปรเจกต์ 5: TimeTrack OT (2 นาที)】</a:t>
            </a:r>
          </a:p>
          <a:p>
            <a:r>
              <a:t>โปรเจกต์นี้แสดงถึงทักษะด้าน Mobile Development ของผมด้วย React Native และ Expo ครับ</a:t>
            </a:r>
          </a:p>
          <a:p>
            <a:r>
              <a:t>ตัวแอปแก้ปัญหาเรื่องการคำนวณ OT ของบุคลากรได้อย่างแม่นยำ และในเชิงเทคนิคเป็นระบบ 100% Offline-First โดยใช้ Expo SQLite ในโหมด WAL (Write-Ahead Logging) เพื่อความเร็วสูงสุดและไม่มีปัญหาข้อมูลชนกันครับ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【สคริปต์พูดส่วน Portfolio &amp; Blog (1.5 นาที)】</a:t>
            </a:r>
          </a:p>
          <a:p>
            <a:r>
              <a:t>นอกจากการพัฒนาระบบแล้ว ผมเป็นคนที่ชอบเขียนบันทึกสรุปความรู้ทางเทคนิคและสถาปัตยกรรมระบบเพื่อแบ่งปันและทบทวนอยู่เสมอครับ</a:t>
            </a:r>
          </a:p>
          <a:p>
            <a:r>
              <a:t>ในบล็อกส่วนตัว ผมเขียนบทความเช่น การสร้าง High Availability Database ด้วย Patroni, การทำ Type Safety ข้ามระบบ, และการประยุกต์ใช้ AI Agent เข้ามาช่วยในการพัฒนาซอฟต์แวร์ครับ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【สคริปต์พูดสรุปความเหมาะสมกับ รพ.จักษุ รัตนิน (2 นาที)】</a:t>
            </a:r>
          </a:p>
          <a:p>
            <a:r>
              <a:t>สรุปเหตุผลที่ผมมั่นใจว่าจะสามารถสร้างคุณค่าให้กับ รพ.จักษุ รัตนิน ได้ทันที:</a:t>
            </a:r>
          </a:p>
          <a:p>
            <a:r>
              <a:t>- สำหรับท่าน IT Manager: ท่านจะได้ Developer ที่คุ้นเคยกับ Database และ API โรงพยาบาลอยู่แล้ว มีทักษะการทำ Data Pipeline รองรับ AI/BI และเขียนโค้ดที่เน้น High Concurrency และความปลอดภัยข้อมูลตามมาตรฐาน PDPA</a:t>
            </a:r>
          </a:p>
          <a:p>
            <a:r>
              <a:t>- สำหรับท่าน Head of HR: ท่านจะได้พนักงานที่มีความรับผิดชอบสูง มีผลงานจริงพิสูจน์แล้ว สื่อสารกับทีมแพทย์พยาบาลรู้เรื่อง และพร้อมที่จะร่วมสร้างนวัตกรรมดูแลดวงตาไปกับ รพ.จักษุ รัตนิน ในระยะยาวครับ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【สคริปต์พูดส่งเข้าช่วง Live Demo &amp; Code Review】</a:t>
            </a:r>
          </a:p>
          <a:p>
            <a:r>
              <a:t>ในเครื่อง Laptop นี้ ผมเตรียมทั้งระบบที่รันบนเครื่อง วิดีโอเดโม และ Source Code ใน VS Code พร้อมเปิดให้ดูการเขียนโค้ดและ Logic ข้างในทุกตัวครับ</a:t>
            </a:r>
          </a:p>
          <a:p>
            <a:r>
              <a:t>ทั้งสองท่านสนใจให้ผมสาธิตระบบตัวไหน หรือดูโค้ดจุดไหนเป็นพิเศษก่อน สามารถแจ้งได้เลยครับ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【สคริปต์พูดปิดท้าย】</a:t>
            </a:r>
          </a:p>
          <a:p>
            <a:r>
              <a:t>ขอขอบพระคุณท่าน IT Manager และท่าน Head of HR เป็นอย่างสูงครับ</a:t>
            </a:r>
          </a:p>
          <a:p>
            <a:r>
              <a:t>ผมหวังเป็นอย่างยิ่งว่าจะได้มีโอกาสนำประสบการณ์การพัฒนาระบบโรงพยาบาลนี้ มาร่วมสร้างคุณค่าและขับเคลื่อนนวัตกรรมเทคโนโลยีให้กับ รพ.จักษุ รัตนิน ครับ</a:t>
            </a:r>
          </a:p>
          <a:p>
            <a:r>
              <a:t>ยินดีตอบคำถามของทั้งสองท่านครับ ขอบพระคุณครับ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663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68580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RUTNIN EYE HOSPITAL | INTERVIEW PRESENTATION</a:t>
            </a:r>
          </a:p>
          <a:p>
            <a:pPr>
              <a:spcAft>
                <a:spcPts val="1000"/>
              </a:spcAft>
              <a:defRPr sz="2600" b="1">
                <a:solidFill>
                  <a:srgbClr val="F8FAFC"/>
                </a:solidFill>
                <a:latin typeface="Segoe UI"/>
              </a:defRPr>
            </a:pPr>
            <a:r>
              <a:t>Full-Stack Software Engineering (AI-Focused)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การนำเสนอผลงานและสถาปัตยกรรมระบบโรงพยาบาลระดับ Production</a:t>
            </a:r>
            <a:br/>
            <a:r>
              <a:t>สำหรับตำแหน่ง: Software Developer — Full-Stack (AI-Focused)</a:t>
            </a:r>
            <a:br/>
            <a:r>
              <a:t>นำเสนอต่อ: IT Manager และ Head of HR — โรงพยาบาลจักษุ รัตนิน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68580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43484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ผู้บรรยาย: คุณทวีป โปราหา (วิค / Wick)</a:t>
            </a:r>
          </a:p>
          <a:p>
            <a:pPr>
              <a:defRPr sz="1019">
                <a:solidFill>
                  <a:srgbClr val="E2E8F0"/>
                </a:solidFill>
                <a:latin typeface="Segoe UI"/>
              </a:defRPr>
            </a:pPr>
            <a:r>
              <a:t>• ตำแหน่งปัจจุบัน: Developer / Programmer โรงพยาบาลยันฮี (Yanhee International Hospital)</a:t>
            </a:r>
            <a:br/>
            <a:r>
              <a:t>• ทักษะหลัก: Next.js / TypeScript, Rust (Axum), Python (FastAPI), PostgreSQL, MSSQL, HIS Integration</a:t>
            </a:r>
            <a:br/>
            <a:r>
              <a:t>• วันที่นำเสนอ: 16 กันยายน 2569 | เวลา: 13:00 - 17:00 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097280"/>
            <a:ext cx="30175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325880"/>
            <a:ext cx="256032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4754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Thaweep Poraha (Wick)</a:t>
            </a:r>
          </a:p>
          <a:p>
            <a:pPr algn="ctr">
              <a:defRPr sz="1000">
                <a:solidFill>
                  <a:srgbClr val="38BDF8"/>
                </a:solidFill>
                <a:latin typeface="Segoe UI"/>
              </a:defRPr>
            </a:pPr>
            <a:r>
              <a:t>Full-Stack Software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PROFESSIONAL PROFILE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ความเชี่ยวชาญ &amp; ประสบการณ์พัฒนาระบบโรงพยาบาล (Yanhee Hospital Track Record)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มุ่งเน้นการสร้างสถาปัตยกรรม Full-Stack คุณภาพสูง สำหรับระบบบริการสุขภาพระดับ Mission-Critical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097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1. รากฐาน Computer Science</a:t>
            </a:r>
          </a:p>
          <a:p>
            <a:pPr>
              <a:spcAft>
                <a:spcPts val="1000"/>
              </a:spcAft>
              <a:defRPr sz="1050" b="1">
                <a:solidFill>
                  <a:srgbClr val="FBBF24"/>
                </a:solidFill>
                <a:latin typeface="Segoe UI"/>
              </a:defRPr>
            </a:pPr>
            <a:r>
              <a:t>B.Sc. Computer Science (GPA 3.05)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สำเร็จการศึกษาวิทยาการคอมพิวเตอร์ ด้วยพื้นฐานที่แน่นทั้ง Data Structures, Algorithms, และ Software Architecture</a:t>
            </a:r>
            <a:br/>
            <a:r>
              <a:t>• ให้ความสำคัญกับ Clean Architecture, Design Patterns, Type-Safety และ Security-First Mindset</a:t>
            </a:r>
            <a:br/>
            <a:r>
              <a:t>• มีวินัยในการศึกษาเทคโนโลยีใหม่อย่างต่อเนื่อง และพร้อมรับผิดชอบงานครบวงจรตั้งแต่โจทย์ธุรกิจจนถึงโปรดักชัน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1097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2. ประสบการณ์ตรงที่ รพ.ยันฮี</a:t>
            </a:r>
          </a:p>
          <a:p>
            <a:pPr>
              <a:spcAft>
                <a:spcPts val="1000"/>
              </a:spcAft>
              <a:defRPr sz="1050" b="1">
                <a:solidFill>
                  <a:srgbClr val="34D399"/>
                </a:solidFill>
                <a:latin typeface="Segoe UI"/>
              </a:defRPr>
            </a:pPr>
            <a:r>
              <a:t>Full-Stack Developer (2023 - ปัจจุบัน)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พัฒนาและดูแล Core Systems ของโรงพยาบาลยันฮีที่ขึ้น Production ใช้งานจริง 4+ ระบบหลัก</a:t>
            </a:r>
            <a:br/>
            <a:r>
              <a:t>• ออกแบบระบบ Dynamic Icon Gate เชื่อมต่อกับระบบ Medhis (HIS/EHR) แบบ Real-time Context</a:t>
            </a:r>
            <a:br/>
            <a:r>
              <a:t>• สร้างระบบ Central Access Control (IAM) เชื่อมต่อ Active Directory และ Biosoft HR ด้วย Dynamic RBAC</a:t>
            </a:r>
            <a:br/>
            <a:r>
              <a:t>• พัฒนาระบบ Patient Media จัดเก็บภาพการรักษาตามมาตรฐาน PDPA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109728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017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3. สถาปัตยกรรมพร้อมต่อยอด AI</a:t>
            </a:r>
          </a:p>
          <a:p>
            <a:pPr>
              <a:spcAft>
                <a:spcPts val="1000"/>
              </a:spcAft>
              <a:defRPr sz="1050" b="1">
                <a:solidFill>
                  <a:srgbClr val="C084FC"/>
                </a:solidFill>
                <a:latin typeface="Segoe UI"/>
              </a:defRPr>
            </a:pPr>
            <a:r>
              <a:t>High-Performance &amp; AI-Ready Pipelines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เชี่ยวชาญการสร้าง REST API และ Data Pipeline ที่มีความเร็วสูงและเสถียร ด้วย Rust (Axum) และ Python (FastAPI)</a:t>
            </a:r>
            <a:br/>
            <a:r>
              <a:t>• เข้าใจกระบวนการดึงข้อมูลจากระบบโรงพยาบาล (HIS/LIS) มา Clean และทำ Feature Extraction เพื่อป้อน AI Models</a:t>
            </a:r>
            <a:br/>
            <a:r>
              <a:t>• มุ่งเน้นการทำ Data Pipeline และ BI Dashboard ที่แม่นยำ เพื่อสนับสนุนการตัดสินใจของผู้บริหารและแพทย์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82131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38BDF8"/>
                </a:solidFill>
                <a:latin typeface="Segoe UI"/>
              </a:defRPr>
            </a:pPr>
            <a:r>
              <a:t>💡 ความพร้อมสำหรับ รพ.จักษุ รัตนิน: "ด้วยประสบการณ์จริงในการพัฒนาระบบเชื่อมต่อ HIS และระบบ Core ของโรงพยาบาลยันฮี ทำให้ผมเข้าใจโครงสร้างข้อมูลทางการแพทย์, ระบบความปลอดภัย PDPA, และกระบวนการทำงานของโรงพยาบาลอย่างลึกซึ้ง พร้อมเริ่มงาน (Hit the ground running) ได้ทันทีโดยไม่ต้องเสียเวลาปรับตัวครับ"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HOSPITAL OPERATIONS &amp; CORE SYSTEMS PORTFOLIO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ศูนย์รวมโปรแกรมโรงพยาบาลยันฮี — การดูแลระบบจริงกว่า 25+ โปรแกรม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หลักฐานการบริหารจัดการระบบเดิม (Legacy PHP) การแก้บั๊ก เพิ่มฟังก์ชัน การสนับสนุนผู้ใช้งาน และการสอนใช้งานจริง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384048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20640" y="1645920"/>
            <a:ext cx="6309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1828800"/>
            <a:ext cx="5852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🏥 บทบาทผู้รับผิดชอบหลักระบบเดิม (Legacy &amp; Core Support)</a:t>
            </a:r>
          </a:p>
          <a:p>
            <a:pPr>
              <a:spcAft>
                <a:spcPts val="10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ดูแล พัฒนา และปรับแก้ระบบภายในของโรงพยาบาลยันฮีกว่า 25+ ระบบ (ที่ระบุชื่อ 'ทวีป โปราหา')</a:t>
            </a:r>
            <a:br/>
            <a:r>
              <a:t>• จัดการระบบภาษา PHP, ฐานข้อมูล SQL, และแก้ปัญหาบั๊กให้ตอบสนองผู้ใช้หน้างานได้อย่างรวดเร็ว</a:t>
            </a:r>
            <a:br/>
            <a:r>
              <a:t>• กลุ่มระบบสำคัญที่รับผิดชอบพัฒนาและดูแล:</a:t>
            </a:r>
            <a:br/>
            <a:r>
              <a:t>   - คุณภาพ &amp; ความปลอดภัย: ระบบ HOIR (Incident Report พร้อมระบบ BI &amp; รายงาน), KPI, ตรวจสอบเวชระเบียน</a:t>
            </a:r>
            <a:br/>
            <a:r>
              <a:t>   - คลินิก &amp; เครื่องมือเฉพาะทาง: ระบบจองกล้อง DOM ในงานรักษารากฟัน, จองเครื่องมือรากฟันเทียม, ขัดหินปูน Airflow</a:t>
            </a:r>
            <a:br/>
            <a:r>
              <a:t>   - บริการผู้ป่วย &amp; สนับสนุน: ระบบ Mini CRM, จองห้องพักสำหรับญาติ Vol.2, คลังภาพ, ประวัติวัคซีน</a:t>
            </a:r>
            <a:br/>
            <a:r>
              <a:t>   - งานบริหารบุคลากร: ระบบประเมิน Competency, แผนฝึกอบรม, สำรวจผู้เข้าอบรม, Job Description</a:t>
            </a:r>
          </a:p>
          <a:p>
            <a:pPr>
              <a:spcAft>
                <a:spcPts val="4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🔄 กระบวนการทำงานแบบครบวงจร (End-to-End Delivery)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1. ประชุมเก็บความต้องการ (Requirement Gathering): ประสานงานกับแพทย์, พยาบาล และหัวหน้าฝ่ายเพื่อรับโจทย์</a:t>
            </a:r>
            <a:br/>
            <a:r>
              <a:t>2. เริ่มพัฒนา &amp; ปรับปรุงระบบ (Development): เขียนโปรแกรม ออกแบบฐานข้อมูล ปรับแต่งโค้ดให้ตอบโจทย์หน้างาน</a:t>
            </a:r>
            <a:br/>
            <a:r>
              <a:t>3. สอนการใช้งาน &amp; จัดทำคู่มือ (User Training): จัดอบรมให้ผู้ใช้จริง และจัดทำคู่มือการใช้งาน/คู่มือดึงรายงาน</a:t>
            </a:r>
            <a:br/>
            <a:r>
              <a:t>4. สนับสนุนต่อเนื่อง (User Support &amp; Maintenance): แก้ไขปัญหาหน้างาน ดูแลความเสถียรของระบบ 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CORE TECHNICAL STACK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ทักษะทางเทคนิคและสถาปัตยกรรมระบบ (Technical Competency)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ความเชี่ยวชาญแบบ End-to-End ครอบคลุม Frontend, Backend High-Performance, Database และ DevOps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10512"/>
            <a:ext cx="46634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Frontend &amp; UI Engineering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Frameworks: Next.js 15+ (App Router), React 19, Vite</a:t>
            </a:r>
            <a:br/>
            <a:r>
              <a:t>• Language: TypeScript (Strict Type Safety)</a:t>
            </a:r>
            <a:br/>
            <a:r>
              <a:t>• Styling &amp; Design: Tailwind CSS 4, Shadcn UI, HeroUI, Radix UI</a:t>
            </a:r>
            <a:br/>
            <a:r>
              <a:t>• State &amp; Form: TanStack Table, React Hook Form, Zod Schema Validation</a:t>
            </a:r>
            <a:br/>
            <a:r>
              <a:t>• Data Visualization: Recharts, Framer Motion Micro-interactions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10512"/>
            <a:ext cx="46634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84FC"/>
                </a:solidFill>
                <a:latin typeface="Segoe UI"/>
              </a:defRPr>
            </a:pPr>
            <a:r>
              <a:t>High-Performance Backend &amp; Systems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Rust: Axum Framework, Tokio Asynchronous Runtime, SQLx (Type-safe SQL)</a:t>
            </a:r>
            <a:br/>
            <a:r>
              <a:t>• Python: FastAPI, modern 'uv' package manager, Prisma Client Python</a:t>
            </a:r>
            <a:br/>
            <a:r>
              <a:t>• Web &amp; Enterprise: PHP (Legacy Maintenance), Bun, Node.js</a:t>
            </a:r>
            <a:br/>
            <a:r>
              <a:t>• Architecture: RESTful APIs, Server-Sent Events (SSE), Dynamic Rule Engine</a:t>
            </a:r>
            <a:br/>
            <a:r>
              <a:t>• Security: Dual Token (JWT + Refresh Rotation), Argon2 / Bcrypt, Token Blacklist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370832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Database &amp; Storage Architecture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PostgreSQL: Advanced Schema, JSONB queries, Indexing, Connection Pooling</a:t>
            </a:r>
            <a:br/>
            <a:r>
              <a:t>• MSSQL: Biosoft Hospital HR DB Integration via Tiberius Driver</a:t>
            </a:r>
            <a:br/>
            <a:r>
              <a:t>• Mobile / Embedded: Expo SQLite (WAL Mode - Write-Ahead Logging)</a:t>
            </a:r>
            <a:br/>
            <a:r>
              <a:t>• NoSQL: MongoDB (Patient context &amp; dynamic documents)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370832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Mobile &amp; DevOps / Infrastructure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Mobile Development: React Native 0.81, Expo SDK 54, Offline-First Architecture</a:t>
            </a:r>
            <a:br/>
            <a:r>
              <a:t>• Containerization: Docker, Docker Compose, Multi-stage Production Dockerfiles</a:t>
            </a:r>
            <a:br/>
            <a:r>
              <a:t>• Web Servers &amp; Networking: Nginx Reverse Proxy, CORS, Active Directory LDAP</a:t>
            </a:r>
            <a:br/>
            <a:r>
              <a:t>• Engineering Standards: Git Flow, Linting, MDX Documentation, SEO &amp; Knowledge Graphs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PROJECT SHOWCASE 01 | ENTERPRISE WORKFLOW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RequestTicker (VFlow) — ระบบบริหารจัดการใบแจ้งซ่อม &amp; Workflow อนุมัติ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เปลี่ยนกระบวนการแจ้งงานผ่าน LINE/โทรศัพท์ ให้เป็น Paperless 100% พร้อมลำดับการอนุมัติและติดตามสถานะแบบเรียลไทม์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🎯 Business Pain Points &amp; Solutions</a:t>
            </a:r>
          </a:p>
          <a:p>
            <a:pPr>
              <a:spcAft>
                <a:spcPts val="1000"/>
              </a:spcAft>
              <a:defRPr sz="980">
                <a:solidFill>
                  <a:srgbClr val="E2E8F0"/>
                </a:solidFill>
                <a:latin typeface="Segoe UI"/>
              </a:defRPr>
            </a:pPr>
            <a:r>
              <a:t>• ปัญหาเดิม: การแจ้งงาน IT/ช่างในองค์กรกระจัดกระจายใน LINE และโทรศัพท์ งานหลุด ลืม ติดตามสถานะไม่ได้ หัวหน้าอนุมัติล่าช้า</a:t>
            </a:r>
            <a:br/>
            <a:r>
              <a:t>• โซลูชัน: ออกแบบระบบตั๋วงาน (Tickets) แบบครบวงจร: แจ้งคำขอ ➔ อนุมัติหลายขั้น ➔ ทีมรับงาน (Task Pool) ➔ ปิดงาน ➔ ตรวจรับและประเมินผล</a:t>
            </a:r>
            <a:br/>
            <a:r>
              <a:t>• การแตกงานย่อย (Sub-tasks): สามารถส่งต่อข้ามแผนก เช่น ช่างแอร์ส่งต่อช่างไฟได้ในใบงานเดียวกัน</a:t>
            </a:r>
            <a:br/>
            <a:r>
              <a:t>• Real-time SSE Updates: ตารางงานอัปเดตแบบเรียลไทม์ไม่ต้องกด F5 และแจ้งเตือนผ่าน Telegram</a:t>
            </a:r>
          </a:p>
          <a:p>
            <a:pPr>
              <a:spcAft>
                <a:spcPts val="4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🌟 คุณค่าที่เกิดกับองค์กร (HR &amp; Business Impact)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✔ ลดการใช้กระดาษและโทรศัพท์ตามงานลง 100%</a:t>
            </a:r>
            <a:br/>
            <a:r>
              <a:t>✔ หัวหน้าเห็นงานค้าง 'รอฉันอนุมัติ' ทันทีบนมือถือ ลดเวลาคอขวดในกระบวนการ</a:t>
            </a:r>
            <a:br/>
            <a:r>
              <a:t>✔ ผู้บริหารมีรายงาน SLA, สถิติงานเกินกำหนด, และคะแนนความพึงพอใจการบริการแยกตามหัวข้อ</a:t>
            </a:r>
            <a:br/>
            <a:r>
              <a:t>✔ รองรับการ Import รายชื่อพนักงานหลายร้อยคนผ่าน Excel พร้อมระบบ Master Data ยืดหยุ่น 3 ชั้น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57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4251960"/>
            <a:ext cx="45720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C084FC"/>
                </a:solidFill>
                <a:latin typeface="Segoe UI"/>
              </a:defRPr>
            </a:pPr>
            <a:r>
              <a:t>🛠️ Tech Architecture Highlights (For IT Manager)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• Frontend: Next.js 15 App Router, React 19, Tailwind CSS 4, Shadcn/UI, TanStack Table</a:t>
            </a:r>
            <a:br/>
            <a:r>
              <a:t>• Backend: Rust (Axum + Tokio) — ประมวลผลระดับ Sub-millisecond ไม่เปลือง Memory</a:t>
            </a:r>
            <a:br/>
            <a:r>
              <a:t>• Database: PostgreSQL + SQLx (Compile-time verified SQL queries ป้องกัน SQL Injection 100%)</a:t>
            </a:r>
            <a:br/>
            <a:r>
              <a:t>• Security: JWT Authentication, Argon2 password hashing, Role-based (Admin, Manager, Agent, User)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PROJECT SHOWCASE 02 | IDENTITY &amp; ACCESS MANAGEMENT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Yanhee IAM Portal — ระบบจัดการตัวตนและสิทธิ์การเข้าถึงส่วนกลางของโรงพยาบาล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เชื่อมต่อ Active Directory และซิงค์โครงสร้าง HR Biosoft เพื่อบริหารจัดการสิทธิ์พนักงานโรงพยาบาลแบบรวมศูนย์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📌 ปัญหา &amp; เป้าหมายระบบ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ปัญหาในโรงพยาบาล: มีระบบงานย่อยมากมาย พนักงานโยกย้ายแผนกหรือเปลี่ยนตำแหน่งบ่อยครั้ง การตั้งค่าสิทธิ์กระจัดกระจาย นำไปสู่ปัญหา Permission Bloat (สิทธิ์เกินจำเป็น)</a:t>
            </a:r>
            <a:br/>
            <a:br/>
            <a:r>
              <a:t>• เป้าหมาย IAM: สร้าง Abstraction Layer ส่วนกลางที่เชื่อมโยง Active Directory (AD) เข้ากับฐานข้อมูล HR (Biosoft) เพื่อให้สิทธิ์ในทุกโปรแกรมอิงตามโครงสร้างองค์กรจริงโดยอัตโนมัติ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⚙️ Dynamic RBAC &amp; Auto-Sync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Dynamic Role Mapping: กำหนดกฎ (Rules) ให้ Role แก่พนักงานโดยอัตโนมัติตาม ฝ่าย (Division), ส่วน (Section), แผนก (Department), และตำแหน่ง (Position)</a:t>
            </a:r>
            <a:br/>
            <a:br/>
            <a:r>
              <a:t>• Biosoft Sync Pipeline: เชื่อมต่อ MSSQL Biosoft ผ่าน Tiberius Driver เพื่อดึงข้อมูลพนักงาน อัปเดตสถานะ และคำนวณ Role ใหม่แบบ Transaction</a:t>
            </a:r>
            <a:br/>
            <a:br/>
            <a:r>
              <a:t>• Row-Level Sync Logs: บันทึก Audit Log ทุกรายการซิงค์เพื่อการตรวจสอบย้อนหลัง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C084FC"/>
                </a:solidFill>
                <a:latin typeface="Segoe UI"/>
              </a:defRPr>
            </a:pPr>
            <a:r>
              <a:t>🛡️ Security &amp; Enterprise Stack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Rust (Axum Framework): ตอบสนองรวดเร็ว ปลอดภัยเรื่อง Memory Safety และ Concurrency</a:t>
            </a:r>
            <a:br/>
            <a:br/>
            <a:r>
              <a:t>• Dual Token Architecture:</a:t>
            </a:r>
            <a:br/>
            <a:r>
              <a:t>  - Access Token: อายุสั้น (15 นาที) สำหรับยิง API</a:t>
            </a:r>
            <a:br/>
            <a:r>
              <a:t>  - Refresh Token: อายุ 7 วัน พร้อมระบบ Rotation และ Reuse Detection ป้องกัน Token ขโมย</a:t>
            </a:r>
            <a:br/>
            <a:br/>
            <a:r>
              <a:t>• Token Blacklist: สั่ง Revoke สิทธิ์หรือ Logout ได้ทันที</a:t>
            </a:r>
            <a:br/>
            <a:br/>
            <a:r>
              <a:t>• Unified UUID Schema &amp; TIMESTAMPTZ (ISO-8601) เป็นมาตรฐานสากลทั้งระบบ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PROJECT SHOWCASE 03 | DIRECT HIS MEDHIS INTEGRATION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Dynamic Icon Gate (Medical iFrame) — เครื่องมือแสดงสถานะผู้ป่วยอัจฉริยะ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ระบบประเมินกฎและแสดงผลไอคอนการรักษาแบบเรียลไทม์ ฝังตัวเป็น iFrame ในระบบ Medhis (EHR) ของโรงพยาบาล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🏥 ความท้าทายทางการแพทย์ &amp; วิธีการแก้ปัญหา</a:t>
            </a:r>
          </a:p>
          <a:p>
            <a:pPr>
              <a:spcAft>
                <a:spcPts val="1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ปัญหาของแพทย์และพยาบาล: ระบบเวชระเบียนเดิม (EHR/HIS) มีเมนูและข้อมูลซับซ้อน แพทย์ต้องคลิกหลายหน้าเพื่อดูว่าผู้ป่วยรายนี้แพ้ยาหรือไม่ มีผลแล็บวิกฤต หรือมีนัดสำคัญ</a:t>
            </a:r>
            <a:br/>
            <a:br/>
            <a:r>
              <a:t>• โซลูชัน Icon Gate: พัฒนาแถบไอคอนอัจฉริยะที่ดึง Context ข้อมูลผู้ป่วยมาประเมินผลแบบเสี้ยววินาที แล้วแสดง Badge สถานะสำคัญทันทีบนหน้าจอ Medhis พร้อมปุ่มกดกระโดดไปยังโมดูลที่เกี่ยวข้องได้ทันที (Deep Link)</a:t>
            </a:r>
          </a:p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🔄 Flow การประมวลผล (Real-time Evaluation Flow)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1. Medhis เรียก iframe พร้อมแนบ URL Params: patientId + JWT Token</a:t>
            </a:r>
            <a:br/>
            <a:r>
              <a:t>2. Next.js Backend Proxy ดึงข้อมูลผู้ป่วยจาก Upstream HIS ปลอดภัย ไม่เปิดเผย Token สู่ Browser</a:t>
            </a:r>
            <a:br/>
            <a:r>
              <a:t>3. Backend Rust (Axum) รัน Rule Engine นำข้อมูลผู้ป่วยเทียบกับกฎทั้งหมดใน PostgreSQL JSONB</a:t>
            </a:r>
            <a:br/>
            <a:r>
              <a:t>4. กรอง Deduplicate ไอคอนและจัด Priority ส่งกลับให้ Next.js แสดงผลด้วย Micro-animations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C084FC"/>
                </a:solidFill>
                <a:latin typeface="Segoe UI"/>
              </a:defRPr>
            </a:pPr>
            <a:r>
              <a:t>⚡ High-Performance Rust Rule Engine</a:t>
            </a:r>
          </a:p>
          <a:p>
            <a:pPr>
              <a:spcAft>
                <a:spcPts val="1200"/>
              </a:spcAft>
              <a:defRPr sz="980">
                <a:solidFill>
                  <a:srgbClr val="E2E8F0"/>
                </a:solidFill>
                <a:latin typeface="Segoe UI"/>
              </a:defRPr>
            </a:pPr>
            <a:r>
              <a:t>• Nested Condition Logic: รองรับกลุ่มเงื่อนไขซ้อนกัน (Nested AND / OR)</a:t>
            </a:r>
            <a:br/>
            <a:r>
              <a:t>• 12+ Rich Operators: รองรับ =, !=, &gt;, &gt;=, &lt;, &lt;=, in, between, contains, startsWith, endsWith, exists</a:t>
            </a:r>
            <a:br/>
            <a:r>
              <a:t>• Zero Code Re-deployment: เจ้าหน้าที่โรงพยาบาลสามารถตั้งกฎใหม่ได้เองผ่าน Admin Dashboard โดยไม่ต้องให้โปรแกรมเมอร์แก้โค้ด</a:t>
            </a:r>
          </a:p>
          <a:p>
            <a:pPr>
              <a:spcAft>
                <a:spcPts val="400"/>
              </a:spcAft>
              <a:defRPr sz="1200" b="1">
                <a:solidFill>
                  <a:srgbClr val="FBBF24"/>
                </a:solidFill>
                <a:latin typeface="Segoe UI"/>
              </a:defRPr>
            </a:pPr>
            <a:r>
              <a:t>🎛️ Admin Dashboard &amp; Patient Context Inspector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Rules Builder: เครื่องมือกำหนดกฎแบบลากและเลือกฟิลด์สำหรับเจ้าหน้าที่ทั่วไป</a:t>
            </a:r>
            <a:br/>
            <a:r>
              <a:t>• Icon Asset Manager: อัปโหลด SVG / รูปภาพไอคอนใหม่ได้ในระบบ</a:t>
            </a:r>
            <a:br/>
            <a:r>
              <a:t>• Patient Context Inspector: เครื่องมือทดสอบยิง API ผู้ป่วยจริงเพื่อดูโครงสร้าง JSON และนำคีย์มาตั้งกฎได้ทันที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PROJECT SHOWCASE 04 | CLINICAL MEDIA &amp; SECURITY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Patient Media Platform — แพลตฟอร์มจัดเก็บและจัดการสื่อทางการแพทย์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ระบบบริหารจัดการภาพถ่ายการรักษาและเอกสารยินยอมของผู้ป่วย (Consent) รองรับ PDPA และความปลอดภัยระดับสูง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📷 ฟังก์ชันหลักด้านการแพทย์ (Clinical Capabilities)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Patient Image Management: จัดการภาพถ่ายก่อน-หลังการรักษา (Before &amp; After) สำหรับคลินิกและแผนกต่างๆ ภายในโรงพยาบาลอย่างเป็นหมวดหมู่</a:t>
            </a:r>
            <a:br/>
            <a:br/>
            <a:r>
              <a:t>• Consent &amp; Privacy: ระบบจัดการการยินยอมเปิดเผยหรือใช้ภาพถ่ายของผู้ป่วยตามมาตรฐาน PDPA พร้อมจัดเก็บหลักฐานความยินยอม</a:t>
            </a:r>
            <a:br/>
            <a:br/>
            <a:r>
              <a:t>• Automated Watermarking: ประทับลายน้ำและข้อมูลจำเพาะลงบนภาพเพื่อป้องกันการรั่วไหลและการนำภาพไปใช้ผิดวัตถุประสงค์</a:t>
            </a:r>
            <a:br/>
            <a:br/>
            <a:r>
              <a:t>• Clinic Configuration: สามารถปรับแต่งการจัดเก็บและประเภทภาพแยกตามคลินิกเฉพาะทางได้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🚀 Modern Python &amp; Production Engineering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FastAPI + uv: ใช้ 'uv' ซึ่งเป็น Python Package &amp; Project Manager รุ่นใหม่ล่าสุดที่เขียนด้วย Rust ให้ความเร็วในการจัดการ Dependency และ Build สูงกว่า pip ปกติอย่างมหาศาล</a:t>
            </a:r>
            <a:br/>
            <a:br/>
            <a:r>
              <a:t>• Prisma Python Client: จัดการ Schema ฐานข้อมูลและ Migration ด้วย Prisma ช่วยให้ Type-safe และลดข้อผิดพลาดในระดับ Database Access</a:t>
            </a:r>
            <a:br/>
            <a:br/>
            <a:r>
              <a:t>• Dual Password Migration: สถาปัตยกรรมรองรับการ Hash รหัสผ่านทั้ง Argon2 และ Bcrypt เพื่อการ Migrate ผู้ใช้แบบไร้รอยต่อ</a:t>
            </a:r>
            <a:br/>
            <a:br/>
            <a:r>
              <a:t>• Production Dockerization: แยก Multi-stage Dockerfile สำหรับ Frontend และ Backend พร้อม Nginx Reverse Proxy และสคริปต์ deploy-prod.ps1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PROJECT SHOWCASE 05 | MOBILE &amp; OFFLINE-FIRST ENGINEERING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TimeTrack OT — แอปพลิเคชันบันทึกเวลาทำงานและคำนวณโอที (React Native)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แอปพลิเคชันจัดการเวลาทำงาน, คำนวณ OT กะเช้า-กะดึก, ถ่ายรูปหลักฐาน, และจัดการวันลา ออกแบบเพื่อบุคลากรไทยโดยเฉพาะ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👥 ฟีเจอร์ที่ตอบโจทย์งานบุคคล (HR &amp; Employee Value)</a:t>
            </a:r>
          </a:p>
          <a:p>
            <a:pPr>
              <a:spcAft>
                <a:spcPts val="1000"/>
              </a:spcAft>
              <a:defRPr sz="980">
                <a:solidFill>
                  <a:srgbClr val="E2E8F0"/>
                </a:solidFill>
                <a:latin typeface="Segoe UI"/>
              </a:defRPr>
            </a:pPr>
            <a:r>
              <a:t>• คำนวณ OT อัตโนมัติ (Morning/Evening Engine): คำนวณชั่วโมงปกติ, OT เช้า, OT เย็น, มาสาย, กลับก่อนเวลา แบบ Live Preview ทันทีขณะลงเวลา</a:t>
            </a:r>
            <a:br/>
            <a:r>
              <a:t>• แนบรูปถ่ายหลักฐานการลงเวลา: ถ่ายภาพสลิปหรือหน้าจอเครื่องสแกนนิ้วเก็บไว้เป็นหลักฐาน ป้องกันข้อพิพาทเรื่องเวลาทำงาน</a:t>
            </a:r>
            <a:br/>
            <a:r>
              <a:t>• ปฏิทิน พ.ศ. 2569 &amp; ระบบวันลา: แสดงวันหยุดไทย โควตาวันลา 4 ประเภท พร้อมแนบรูปใบรับรองแพทย์</a:t>
            </a:r>
            <a:br/>
            <a:r>
              <a:t>• รายงานสรุปส่งหัวหน้างาน: การ์ดสรุปรายเดือน Soft Sky Glass บันทึกเป็นรูปภาพความละเอียดสูงเพื่อส่ง LINE ให้หัวหน้าหรือฝ่ายบุคคลได้ทันที</a:t>
            </a:r>
          </a:p>
          <a:p>
            <a:pPr>
              <a:defRPr sz="1000" b="1">
                <a:solidFill>
                  <a:srgbClr val="34D399"/>
                </a:solidFill>
                <a:latin typeface="Segoe UI"/>
              </a:defRPr>
            </a:pPr>
            <a:r>
              <a:t>🎯 ขจัดปัญหาความขัดแย้งเรื่องยอด OT ระหว่างพนักงานและฝ่ายบุคคลได้อย่างเบ็ดเสร็จ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📱 Technical Architecture (For IT Manager)</a:t>
            </a:r>
          </a:p>
          <a:p>
            <a:pPr>
              <a:defRPr sz="960">
                <a:solidFill>
                  <a:srgbClr val="E2E8F0"/>
                </a:solidFill>
                <a:latin typeface="Segoe UI"/>
              </a:defRPr>
            </a:pPr>
            <a:r>
              <a:t>• Stack: React Native 0.81 + Expo SDK 54 + TypeScript Strict Mode</a:t>
            </a:r>
            <a:br/>
            <a:br/>
            <a:r>
              <a:t>• 100% Offline-First Architecture: ใช้งานได้สมบูรณ์แม้อยู่ในจุดอับสัญญาณเน็ต ข้อมูลปลอดภัยไม่รั่วไหลสู่คลาวด์ภายนอก</a:t>
            </a:r>
            <a:br/>
            <a:br/>
            <a:r>
              <a:t>• Expo SQLite (WAL Mode): ใช้ Write-Ahead Logging เพื่อเพิ่มประสิทธิภาพการอ่าน/เขียนฐานข้อมูลพร้อมกันได้รวดเร็วระดับ Native</a:t>
            </a:r>
            <a:br/>
            <a:br/>
            <a:r>
              <a:t>• Sandboxed Local Storage: สำเนาไฟล์รูปภาพลง Sandboxed Directory ของแอป รูปไม่สูญหายแม้ผู้ใช้ลบรูปออกจาก Gallery ในเครื่อง</a:t>
            </a:r>
            <a:br/>
            <a:br/>
            <a:r>
              <a:t>• Local Timezone Engine: แก้ปัญหาเรื่อง Timezone ข้ามวันเที่ยงคืนตรงเป๊ะ (00:00 GMT+7) ไม่ดีเลย์ไปถึง 07:00 เหมือนแอปทั่วไป</a:t>
            </a:r>
            <a:br/>
            <a:br/>
            <a:r>
              <a:t>• Smart Workday Alarm: แจ้งเตือนวันทำงานพร้อมระบบควบคุมหน้าจอ Lockscreen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CONTINUOUS LEARNING &amp; CRAFTSMANSHIP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Personal Portfolio &amp; Technical Blog — สะท้อนความหลงใหลในงานวิศวกรรม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การสร้างแพลตฟอร์มเผยแพร่ความรู้และบันทึกสถาปัตยกรรมระบบ ด้วยมาตรฐานโมเดิร์นเว็บระดับ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⚡ Next.js 16 &amp; Modern Web Standards</a:t>
            </a:r>
          </a:p>
          <a:p>
            <a:pPr>
              <a:defRPr sz="980">
                <a:solidFill>
                  <a:srgbClr val="E2E8F0"/>
                </a:solidFill>
                <a:latin typeface="Segoe UI"/>
              </a:defRPr>
            </a:pPr>
            <a:r>
              <a:t>• Next.js 16 (App Router) + React 19: รันด้วย Turbopack และ SSG (Static Site Generation) 100% ตอบสนองเร็วระดับเสี้ยววินาที</a:t>
            </a:r>
            <a:br/>
            <a:br/>
            <a:r>
              <a:t>• Content Collections &amp; MDX: ระบบจัดการบล็อกบทความด้วย Type-safe MDX รองรับ Custom React Components ในบทความ</a:t>
            </a:r>
            <a:br/>
            <a:br/>
            <a:r>
              <a:t>• Full-System SEO &amp; Knowledge Graph:</a:t>
            </a:r>
            <a:br/>
            <a:r>
              <a:t>  - Schema.org JSON-LD สมบูรณ์ทั้ง ProfilePage, Person, WebSite, และ BlogPosting</a:t>
            </a:r>
            <a:br/>
            <a:r>
              <a:t>  - รองรับ AI Search Engine Crawlers ยุคใหม่ (ChatGPT, Claude, Perplexity) ผ่าน LLMs.txt และ Dynamic Sitemap / RSS Feed</a:t>
            </a:r>
            <a:br/>
            <a:br/>
            <a:r>
              <a:t>• Dark UI Craftsmanship: การออกแบบ UI โทนดำแบบ Modern Developer Aesthetic ปราณีตและสบายตา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C084FC"/>
                </a:solidFill>
                <a:latin typeface="Segoe UI"/>
              </a:defRPr>
            </a:pPr>
            <a:r>
              <a:t>📚 ตัวอย่างบทความเจาะลึกที่เขียนเผยแพร่จริง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1. Rust + Axum Production Backend Skill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สรุป Best Practices การสร้าง REST API ด้วย Rust, SQLx, JWT Middleware, Multipart Upload, SSE และ Dynamic QueryBuilder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2. High Availability PostgreSQL Cluster with Patroni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การทำ Database Clustering, Failover อัตโนมัติ, และ Raft Consensus บนโปรดักชัน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3. End-to-End Type Safety (Bun + Elysia + React Monorepo)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การแชร์ Type ข้ามระหว่าง Frontend และ Backend แบบ Zero-Duplication ด้วย Eden Treaty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4. Loop Engineering &amp; AI Agent Architecture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การประยุกต์ใช้ Autonomous AI Agents ในการ Audit และ Maintain โค้ดอย่างมีระบบ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VALUE ALIGNMENT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ทำไมผมจึงเหมาะสมกับ รพ.จักษุ รัตนิน (Why I am the Right Fit)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ความคุ้มค่าและผลประโยชน์ที่ทีมเทคนิคและโรงพยาบาลจะได้รับทันทีตั้งแต่วันแรกที่เริ่มงาน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🎯 คุณค่าสำหรับทีมเทคนิค (To IT Manager)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✔ คุ้นเคยกับ HIS Database &amp; Medical APIs อยู่แล้ว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มีประสบการณ์ตรงในการเชื่อมต่อระบบ Medhis (HIS) จึงเข้าใจโครงสร้างข้อมูลคนไข้และกระบวนการทำงานของระบบโรงพยาบาลได้ทันที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✔ ความเชี่ยวชาญด้าน Data Pipeline พร้อมต่อยอด AI/BI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สามารถสร้าง Data Ingestion &amp; Rule Pipeline เพื่อเตรียมข้อมูลคนไข้ที่สะอาดและปลอดภัยสำหรับป้อนโมเดล AI และ BI Dashboards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✔ สถาปัตยกรรมทนทาน (Robust Architecture &amp; Rust)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สามารถสร้าง Backend Microservices ที่ Concurrency สูง ทำงานระดับ Microsecond และประหยัดทรัพยากรเซิร์ฟเวอร์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✔ เข้าใจมาตรฐานความปลอดภัยของข้อมูลสุขภาพ (PDPA/Security)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ชำนาญการทำ Dynamic RBAC, Dual Token Rotation, Audit Logs, และ Watermarking ป้องกันข้อมูลรั่วไหล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  <a:latin typeface="Segoe UI"/>
              </a:defRPr>
            </a:pPr>
            <a:r>
              <a:t>🤝 คุณค่าด้านวัฒนธรรมและองค์กร (To Head of HR)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✔ พร้อมเริ่มงานได้ทันที (Hit the Ground Running)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ไม่ต้องเสียเวลาเรียนรู้วัฒนธรรมโรงพยาบาลหรือคำศัพท์แพทย์ สามารถประสานงานกับบุคลากรทางการแพทย์ได้ราบรื่นตั้งแต่วันแรก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✔ มีผลงานจริงบน Production พิสูจน์แล้ว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รับผิดชอบส่งมอบระบบระดับโรงพยาบาลสำเร็จมาแล้วหลายระบบ มีความรับผิดชอบและไว้ใจได้สูงในการดูแลระบบสำคัญ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✔ ทัศนคติเชิงบวกและการสื่อสารที่เข้าใจง่าย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สามารถแปลความต้องการที่ซับซ้อนของแพทย์และผู้ใช้งานหน้างาน ให้กลายเป็นสเปกทางเทคนิคที่ตอบโจทย์ได้ตรงจุด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✔ ความมุ่งมั่นเติบโตในระยะยาวกับ รพ.จักษุ รัตนิน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มองหาองค์กรที่มีมาตรฐานสูงและมุ่งเน้นการใช้นวัตกรรม เพื่อร่วมสร้างผลงานที่มีคุณค่าต่อผู้ป่วยในระยะยาว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READY FOR DEMONSTRATION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ความพร้อมสำหรับการสาธิตระบบ &amp; ตรวจสอบโค้ด (Live Demo)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เตรียมพร้อมทั้งระบบ Web Live, Mobile Emulator, Offline Video Demos, และ Source Code ในเครื่อง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914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20240"/>
            <a:ext cx="21488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1. RequestTicker (VFlow)</a:t>
            </a:r>
          </a:p>
          <a:p>
            <a:pPr>
              <a:spcAft>
                <a:spcPts val="10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Next.js + Rust Backend</a:t>
            </a:r>
          </a:p>
          <a:p>
            <a:pPr>
              <a:defRPr sz="919">
                <a:solidFill>
                  <a:srgbClr val="E2E8F0"/>
                </a:solidFill>
                <a:latin typeface="Segoe UI"/>
              </a:defRPr>
            </a:pPr>
            <a:r>
              <a:t>• เปิดระบบจริงแสดง Workflow การส่งใบงาน</a:t>
            </a:r>
            <a:br/>
            <a:r>
              <a:t>• จำลองสิทธิ์ผู้แจ้ง / ผู้อนุมัติ / ช่างรับงาน</a:t>
            </a:r>
            <a:br/>
            <a:r>
              <a:t>• โชว์โค้ด Rust (Axum, SQLx) และการจัดการ State ใน Next.js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91440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20240"/>
            <a:ext cx="21488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2. Yanhee IAM Portal</a:t>
            </a:r>
          </a:p>
          <a:p>
            <a:pPr>
              <a:spcAft>
                <a:spcPts val="1000"/>
              </a:spcAft>
              <a:defRPr sz="950" b="1">
                <a:solidFill>
                  <a:srgbClr val="C084FC"/>
                </a:solidFill>
                <a:latin typeface="Segoe UI"/>
              </a:defRPr>
            </a:pPr>
            <a:r>
              <a:t>Dynamic RBAC &amp; Biosoft Sync</a:t>
            </a:r>
          </a:p>
          <a:p>
            <a:pPr>
              <a:defRPr sz="919">
                <a:solidFill>
                  <a:srgbClr val="E2E8F0"/>
                </a:solidFill>
                <a:latin typeface="Segoe UI"/>
              </a:defRPr>
            </a:pPr>
            <a:r>
              <a:t>• โชว์โครงสร้าง Dual Token และ Token Blacklist</a:t>
            </a:r>
            <a:br/>
            <a:r>
              <a:t>• เจาะลึกโค้ด Dynamic Role Mapping ในภาษา Rust</a:t>
            </a:r>
            <a:br/>
            <a:r>
              <a:t>• อธิบายการเชื่อมโยง Active Directory กับ MSSQL Biosoft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914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20240"/>
            <a:ext cx="21488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3. Dynamic Icon Gate</a:t>
            </a:r>
          </a:p>
          <a:p>
            <a:pPr>
              <a:spcAft>
                <a:spcPts val="10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Real-Time Rule Evaluation</a:t>
            </a:r>
          </a:p>
          <a:p>
            <a:pPr>
              <a:defRPr sz="919">
                <a:solidFill>
                  <a:srgbClr val="E2E8F0"/>
                </a:solidFill>
                <a:latin typeface="Segoe UI"/>
              </a:defRPr>
            </a:pPr>
            <a:r>
              <a:t>• โชว์หน้า iframe ที่จำลองฝังใน Medhis EHR</a:t>
            </a:r>
            <a:br/>
            <a:r>
              <a:t>• แสดงการทำงานของ Rule Engine และ Nested Operators</a:t>
            </a:r>
            <a:br/>
            <a:r>
              <a:t>• พาชมหน้า Admin Dashboard และ Patient Context Inspector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914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920240"/>
            <a:ext cx="21488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4. TimeTrack OT</a:t>
            </a:r>
          </a:p>
          <a:p>
            <a:pPr>
              <a:spcAft>
                <a:spcPts val="1000"/>
              </a:spcAft>
              <a:defRPr sz="950" b="1">
                <a:solidFill>
                  <a:srgbClr val="FBBF24"/>
                </a:solidFill>
                <a:latin typeface="Segoe UI"/>
              </a:defRPr>
            </a:pPr>
            <a:r>
              <a:t>React Native &amp; SQLite WAL</a:t>
            </a:r>
          </a:p>
          <a:p>
            <a:pPr>
              <a:defRPr sz="919">
                <a:solidFill>
                  <a:srgbClr val="E2E8F0"/>
                </a:solidFill>
                <a:latin typeface="Segoe UI"/>
              </a:defRPr>
            </a:pPr>
            <a:r>
              <a:t>• สาธิตการคำนวณ OT เช้า-เย็น แบบ Real-time</a:t>
            </a:r>
            <a:br/>
            <a:r>
              <a:t>• โชว์การแนบรูปหลักฐานและการเก็บไฟล์ใน Sandboxed Storage</a:t>
            </a:r>
            <a:br/>
            <a:r>
              <a:t>• เจาะลึกโค้ด Database Transaction และปฏิทิน พ.ศ.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097280"/>
            <a:ext cx="88696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463040"/>
            <a:ext cx="81381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38BDF8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Aft>
                <a:spcPts val="1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ขอบพระคุณคณะกรรมการ โรงพยาบาลจักษุ รัตนิน ทุกท่านสำหรับการสละเวลาและโอกาสในการสัมภาษณ์ครั้งนี้</a:t>
            </a:r>
          </a:p>
          <a:p>
            <a:pPr algn="ctr">
              <a:spcAft>
                <a:spcPts val="2000"/>
              </a:spcAft>
              <a:defRPr sz="1500" b="1">
                <a:solidFill>
                  <a:srgbClr val="34D399"/>
                </a:solidFill>
                <a:latin typeface="Segoe UI"/>
              </a:defRPr>
            </a:pPr>
            <a:r>
              <a:t>💬 ยินดีตอบทุกข้อซักถามและเปิดโค้ดจริงใน Git / VS Code ให้ตรวจสอบครับ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ช่องทางการติดต่อ &amp; ผลงานเพิ่มเติม:</a:t>
            </a:r>
          </a:p>
          <a:p>
            <a:pPr algn="ctr">
              <a:defRPr sz="1100">
                <a:solidFill>
                  <a:srgbClr val="E2E8F0"/>
                </a:solidFill>
                <a:latin typeface="Segoe UI"/>
              </a:defRPr>
            </a:pPr>
            <a:r>
              <a:t>🌐 Portfolio: https://wick-portfolio-22.vercel.app/</a:t>
            </a:r>
            <a:br/>
            <a:r>
              <a:t>💻 GitHub: https://github.com/vick42uho</a:t>
            </a:r>
            <a:br/>
            <a:r>
              <a:t>📧 Email: vic_the_gunners@hotmail.com | 📱 โทร: 092-445-2492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